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Devoraya - Presentación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Plataforma web/software de domicilios en la zona del Magdalena.</a:t>
            </a:r>
          </a:p>
          <a:p>
            <a:pPr lvl="1"/>
            <a:r>
              <a:t>Plan de negocios y propuesta de valor.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Falta de plataformas locales de domicilios eficientes.</a:t>
            </a:r>
          </a:p>
          <a:p>
            <a:pPr lvl="1"/>
            <a:r>
              <a:t>Demoras, poca cobertura y comisiones altas.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Solución: Devoraya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Plataforma rápida, económica y adaptada al mercado local.</a:t>
            </a:r>
          </a:p>
          <a:p>
            <a:pPr lvl="1"/>
            <a:r>
              <a:t>Gestión de comercios, repartidores y clientes.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Propuesta de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Bajas comisiones.</a:t>
            </a:r>
          </a:p>
          <a:p>
            <a:pPr lvl="1"/>
            <a:r>
              <a:t>Soporte local.</a:t>
            </a:r>
          </a:p>
          <a:p>
            <a:pPr lvl="1"/>
            <a:r>
              <a:t>Interfaz intuitiva.</a:t>
            </a:r>
          </a:p>
          <a:p>
            <a:pPr lvl="1"/>
            <a:r>
              <a:t>Optimización de rutas.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Comisión por pedido.</a:t>
            </a:r>
          </a:p>
          <a:p>
            <a:pPr lvl="1"/>
            <a:r>
              <a:t>Planes para comercios.</a:t>
            </a:r>
          </a:p>
          <a:p>
            <a:pPr lvl="1"/>
            <a:r>
              <a:t>Publicidad interna.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Mercado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Municipios del Magdalena.</a:t>
            </a:r>
          </a:p>
          <a:p>
            <a:pPr lvl="1"/>
            <a:r>
              <a:t>Comercios pequeños y medianos.</a:t>
            </a:r>
          </a:p>
          <a:p>
            <a:pPr lvl="1"/>
            <a:r>
              <a:t>Usuarios que buscan rapidez y buen precio.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Desarrollo web con React + Vite.</a:t>
            </a:r>
          </a:p>
          <a:p>
            <a:pPr lvl="1"/>
            <a:r>
              <a:t>Base de datos centralizada.</a:t>
            </a:r>
          </a:p>
          <a:p>
            <a:pPr lvl="1"/>
            <a:r>
              <a:t>Panel de administración completo.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Devoraya moderniza el mercado local.</a:t>
            </a:r>
          </a:p>
          <a:p>
            <a:pPr lvl="1"/>
            <a:r>
              <a:t>Escalable, rentable y necesario.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