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DEVORAYA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 nueva plataforma de domicilios del Magdalena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Pocas plataformas locales con buena cobertura.</a:t>
            </a:r>
          </a:p>
          <a:p>
            <a:pPr lvl="1"/>
            <a:r>
              <a:t>Altas comisiones para comercios.</a:t>
            </a:r>
          </a:p>
          <a:p>
            <a:pPr lvl="1"/>
            <a:r>
              <a:t>Domicilios lentos y sin seguimiento.</a:t>
            </a:r>
          </a:p>
          <a:p>
            <a:pPr lvl="1"/>
            <a:r>
              <a:t>Clientes insatisfechos por mala experiencia.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Solución: Devoraya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Plataforma rápida, estable y enfocada en municipios.</a:t>
            </a:r>
          </a:p>
          <a:p>
            <a:pPr lvl="1"/>
            <a:r>
              <a:t>Comisiones más bajas para los comercios.</a:t>
            </a:r>
          </a:p>
          <a:p>
            <a:pPr lvl="1"/>
            <a:r>
              <a:t>Rastreo en tiempo real.</a:t>
            </a:r>
          </a:p>
          <a:p>
            <a:pPr lvl="1"/>
            <a:r>
              <a:t>Optimización de rutas para repartidores.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para el Cliente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Pedidos rápidos y seguros.</a:t>
            </a:r>
          </a:p>
          <a:p>
            <a:pPr lvl="1"/>
            <a:r>
              <a:t>Amplia variedad de comercios.</a:t>
            </a:r>
          </a:p>
          <a:p>
            <a:pPr lvl="1"/>
            <a:r>
              <a:t>Métodos de pago flexibles.</a:t>
            </a:r>
          </a:p>
          <a:p>
            <a:pPr lvl="1"/>
            <a:r>
              <a:t>Soporte local confiable.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para Comercios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Menores comisiones.</a:t>
            </a:r>
          </a:p>
          <a:p>
            <a:pPr lvl="1"/>
            <a:r>
              <a:t>Dashboard para administrar pedidos.</a:t>
            </a:r>
          </a:p>
          <a:p>
            <a:pPr lvl="1"/>
            <a:r>
              <a:t>Mayor visibilidad en la zona.</a:t>
            </a:r>
          </a:p>
          <a:p>
            <a:pPr lvl="1"/>
            <a:r>
              <a:t>Fidelización de clientes locales.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Comisión por pedido.</a:t>
            </a:r>
          </a:p>
          <a:p>
            <a:pPr lvl="1"/>
            <a:r>
              <a:t>Publicidad dentro de la plataforma.</a:t>
            </a:r>
          </a:p>
          <a:p>
            <a:pPr lvl="1"/>
            <a:r>
              <a:t>Planes premium para comercios.</a:t>
            </a:r>
          </a:p>
          <a:p>
            <a:pPr lvl="1"/>
            <a:r>
              <a:t>Servicios logísticos (repartidores).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Mercado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Municipios del Magdalena.</a:t>
            </a:r>
          </a:p>
          <a:p>
            <a:pPr lvl="1"/>
            <a:r>
              <a:t>Comercios pequeños y medianos.</a:t>
            </a:r>
          </a:p>
          <a:p>
            <a:pPr lvl="1"/>
            <a:r>
              <a:t>Usuarios de 15 a 50 años.</a:t>
            </a:r>
          </a:p>
          <a:p>
            <a:pPr lvl="1"/>
            <a:r>
              <a:t>Mercado en crecimiento y poco atendido.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Devoraya transformará los domicilios locales.</a:t>
            </a:r>
          </a:p>
          <a:p>
            <a:pPr lvl="1"/>
            <a:r>
              <a:t>Modelo rentable y escalable.</a:t>
            </a:r>
          </a:p>
          <a:p>
            <a:pPr lvl="1"/>
            <a:r>
              <a:t>Oportunidad real de crecimiento.</a:t>
            </a:r>
          </a:p>
          <a:p>
            <a:pPr lvl="1"/>
            <a:r>
              <a:t>¡Listos para expandirnos!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